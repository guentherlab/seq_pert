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24436716-f8a9-414e-b573-94ce1a6c70ff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667e066-25ec-461a-8cdc-2701f2826e62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9415d697-557d-417d-bc1a-8b15b965dc5b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71e7b86-4a03-4ec3-80fa-611a2fa198c0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7144017-f66b-4107-81db-a62ac352ad05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d61d9c39-06ff-467d-b28f-badab8d0abb3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79dfe403-22a2-4bfd-b41b-1ce64ff7fed1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1e20d54-c7c4-47cd-88bf-cb6713b85bc2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f439ab5-d8e2-470b-9a5b-4d719c82daa1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bebc4a6e-1a72-4d10-a56e-6fa5071bf471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26535ade-6798-4ad7-994a-e769636585a3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be74eac-06a1-4df7-b909-c0300c37c779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3ca737a-a5c2-460e-a9a2-c514f949bb7f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f5206c5-05d7-42a4-8451-ba8691e21800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de6f00b3-4331-4069-8f7c-1288c25e44ab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6a2d3b9-1619-4f18-961d-aadde6112588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SEQ-Pert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Results 2026-5-6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sp001 random 50 trials demonstating vowel window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sp001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sp002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sp003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sp004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sp005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sp006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sp007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sp008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sp009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sp010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sp011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sp012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sp013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sp015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sp016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